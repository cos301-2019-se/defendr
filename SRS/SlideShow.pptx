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462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67164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6897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0899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95489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3583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31811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52847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90995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33783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79653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622953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41278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993235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2177552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90089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55434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0CC8C2-31CE-435F-A416-A5DD09A07E33}" type="datetimeFigureOut">
              <a:rPr lang="en-ZA" smtClean="0"/>
              <a:t>2019/05/02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A74BF467-C395-4738-841F-B867ED57227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78048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1819F9-8CAC-4A6C-8F06-0482027F9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CA312D-3828-4024-9CA0-545EE469B8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3062" y="1864865"/>
            <a:ext cx="8131550" cy="22627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ZA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 301</a:t>
            </a:r>
            <a:br>
              <a:rPr lang="en-ZA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Dark </a:t>
            </a:r>
            <a:r>
              <a:rPr lang="en-ZA" sz="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nites</a:t>
            </a:r>
            <a:br>
              <a:rPr lang="en-ZA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Defendr</a:t>
            </a:r>
            <a:endParaRPr lang="en-ZA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03EA1-3526-455A-926A-3FC10C211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73062" y="4127644"/>
            <a:ext cx="1656138" cy="376597"/>
          </a:xfrm>
        </p:spPr>
        <p:txBody>
          <a:bodyPr>
            <a:normAutofit/>
          </a:bodyPr>
          <a:lstStyle/>
          <a:p>
            <a:r>
              <a:rPr lang="en-ZA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Demo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8CC08-AEC2-4E8F-8F52-0F5C6372D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285151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D1545E6-EB3C-4478-A661-A2CA963F1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tx2">
              <a:lumMod val="60000"/>
              <a:lumOff val="40000"/>
              <a:alpha val="40000"/>
            </a:schemeClr>
          </a:solidFill>
        </p:grpSpPr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B2E5B960-0C5D-4F77-8E9F-9F3D883D83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258E44FC-92AD-43A0-BB05-DB268C82D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C63D3083-A56C-4199-8DE0-63C8BE9ED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C7CD3581-635D-438F-A64F-68404E7AE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D6904C0-211C-41A2-BDB8-3B07C90B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B0837DA6-CAF9-4E78-A39E-6358EDE2B1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0A99DD7D-3AB3-471E-842F-8AFEA09D0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9C70B0D4-92FE-478F-86BD-93BA2C4DF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C9156BE6-11D4-4696-9E3F-C325BFAC81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4E667226-1D20-4A9D-BBE3-AC17EA436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2F87E3B6-5202-4434-9B26-42B46774F3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AEA5E85F-F1F4-40E4-A62C-95324F674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0A75861-F6C5-44A9-B161-B03701CBD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  <a:solidFill>
            <a:schemeClr val="tx2">
              <a:lumMod val="75000"/>
              <a:alpha val="70000"/>
            </a:schemeClr>
          </a:solidFill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2EE642D-4F69-47C0-99BA-CE43503573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26178CE4-DA2D-46EA-AB8D-341C5AC563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698E9F53-8381-4FA5-A510-846925D24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B13CE284-F21E-411B-BB8E-9C03B853CE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23DF4578-4703-437C-A797-2A2D0CEE5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F878F330-AF64-4F8F-88FD-A4A408D6D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AC9B00BF-4FB7-42FA-BBBD-7DB54ED3F0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34">
              <a:extLst>
                <a:ext uri="{FF2B5EF4-FFF2-40B4-BE49-F238E27FC236}">
                  <a16:creationId xmlns:a16="http://schemas.microsoft.com/office/drawing/2014/main" id="{BD3D64CA-2AAD-4609-8DAA-3EAD4609A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C669E05A-8550-4E91-B29E-E1912228E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F8C1FD53-1E8F-46CA-BC2D-FCEC4DAE0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C97A31F-CFDE-4EA3-98F1-13FDD16702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9E1540E7-E6C3-4907-B70A-B175683655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40" name="Freeform 11">
            <a:extLst>
              <a:ext uri="{FF2B5EF4-FFF2-40B4-BE49-F238E27FC236}">
                <a16:creationId xmlns:a16="http://schemas.microsoft.com/office/drawing/2014/main" id="{1310EFE2-B91D-47E7-B117-C2A80280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411452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546" y="5859025"/>
            <a:ext cx="1943421" cy="51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13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6440" y="624110"/>
            <a:ext cx="2364087" cy="699364"/>
          </a:xfrm>
        </p:spPr>
        <p:txBody>
          <a:bodyPr/>
          <a:lstStyle/>
          <a:p>
            <a:pPr algn="ctr"/>
            <a:r>
              <a:rPr lang="en-US" b="1" dirty="0"/>
              <a:t>The team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3573" y="1756134"/>
            <a:ext cx="3992732" cy="576262"/>
          </a:xfrm>
        </p:spPr>
        <p:txBody>
          <a:bodyPr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Name</a:t>
            </a:r>
            <a:r>
              <a:rPr lang="en-US" dirty="0"/>
              <a:t>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2468202"/>
          </a:xfrm>
        </p:spPr>
        <p:txBody>
          <a:bodyPr>
            <a:noAutofit/>
          </a:bodyPr>
          <a:lstStyle/>
          <a:p>
            <a:r>
              <a:rPr lang="en-US" sz="2400" dirty="0" err="1"/>
              <a:t>Ruslynn</a:t>
            </a:r>
            <a:r>
              <a:rPr lang="en-US" sz="2400" dirty="0"/>
              <a:t> </a:t>
            </a:r>
            <a:r>
              <a:rPr lang="en-US" sz="2400" dirty="0" err="1"/>
              <a:t>Appana</a:t>
            </a:r>
            <a:endParaRPr lang="en-US" sz="2400" dirty="0"/>
          </a:p>
          <a:p>
            <a:r>
              <a:rPr lang="en-US" sz="2400" dirty="0" err="1"/>
              <a:t>Jeandre</a:t>
            </a:r>
            <a:r>
              <a:rPr lang="en-US" sz="2400" dirty="0"/>
              <a:t> Botha</a:t>
            </a:r>
          </a:p>
          <a:p>
            <a:r>
              <a:rPr lang="en-US" sz="2400" dirty="0"/>
              <a:t>Muhammed </a:t>
            </a:r>
            <a:r>
              <a:rPr lang="en-US" sz="2400" dirty="0" err="1"/>
              <a:t>Carrim</a:t>
            </a:r>
            <a:endParaRPr lang="en-US" sz="2400" dirty="0"/>
          </a:p>
          <a:p>
            <a:r>
              <a:rPr lang="en-US" sz="2400" dirty="0" err="1"/>
              <a:t>Sisa</a:t>
            </a:r>
            <a:r>
              <a:rPr lang="en-US" sz="2400" dirty="0"/>
              <a:t> </a:t>
            </a:r>
            <a:r>
              <a:rPr lang="en-US" sz="2400" dirty="0" err="1"/>
              <a:t>Khoza</a:t>
            </a:r>
            <a:endParaRPr lang="en-US" sz="2400" dirty="0"/>
          </a:p>
          <a:p>
            <a:r>
              <a:rPr lang="en-US" sz="2400" dirty="0"/>
              <a:t>Christiaan </a:t>
            </a:r>
            <a:r>
              <a:rPr lang="en-US" sz="2400" dirty="0" err="1"/>
              <a:t>Opperman</a:t>
            </a:r>
            <a:endParaRPr lang="en-US" sz="2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93018" y="1837128"/>
            <a:ext cx="3999001" cy="576262"/>
          </a:xfrm>
        </p:spPr>
        <p:txBody>
          <a:bodyPr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Role</a:t>
            </a:r>
            <a:r>
              <a:rPr lang="en-US" dirty="0"/>
              <a:t>: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56195" y="2545738"/>
            <a:ext cx="5397189" cy="2543620"/>
          </a:xfrm>
        </p:spPr>
        <p:txBody>
          <a:bodyPr>
            <a:noAutofit/>
          </a:bodyPr>
          <a:lstStyle/>
          <a:p>
            <a:r>
              <a:rPr lang="en-US" sz="2400" dirty="0"/>
              <a:t>Developer</a:t>
            </a:r>
          </a:p>
          <a:p>
            <a:r>
              <a:rPr lang="en-US" sz="2400" dirty="0"/>
              <a:t>Leader/ Developer</a:t>
            </a:r>
          </a:p>
          <a:p>
            <a:r>
              <a:rPr lang="en-US" sz="2400" dirty="0"/>
              <a:t>Developer / Back and Front End</a:t>
            </a:r>
          </a:p>
          <a:p>
            <a:r>
              <a:rPr lang="en-US" sz="2400" dirty="0"/>
              <a:t>Developer/ Group administrator</a:t>
            </a:r>
          </a:p>
          <a:p>
            <a:r>
              <a:rPr lang="en-US" sz="2400" dirty="0"/>
              <a:t>Developer/ Driver</a:t>
            </a:r>
          </a:p>
        </p:txBody>
      </p:sp>
    </p:spTree>
    <p:extLst>
      <p:ext uri="{BB962C8B-B14F-4D97-AF65-F5344CB8AC3E}">
        <p14:creationId xmlns:p14="http://schemas.microsoft.com/office/powerpoint/2010/main" val="3016212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3973" y="612078"/>
            <a:ext cx="3194263" cy="72342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7180" y="2374231"/>
            <a:ext cx="8888914" cy="235417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400" dirty="0"/>
              <a:t>We are implementing the </a:t>
            </a:r>
            <a:r>
              <a:rPr lang="en-US" sz="2400" dirty="0" err="1"/>
              <a:t>Defendr</a:t>
            </a:r>
            <a:r>
              <a:rPr lang="en-US" sz="2400" dirty="0"/>
              <a:t> project for our clients, Advance. The project will provide services such protection against DDOS attacks with potential for further improvements. We will also provide network load-balancing for the connected applications without increasing response time. The system will also provide various user interfaces for: monitoring metrics such as packets per second and total packets passing through the system, backlisting and whitelisting IP’s and dynamically adding &amp; removing backends.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991726" y="1366863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About</a:t>
            </a:r>
            <a:r>
              <a:rPr lang="en-US" sz="2000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332" y="5294992"/>
            <a:ext cx="5215440" cy="93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676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6379" y="625642"/>
            <a:ext cx="3176337" cy="664410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/>
              <a:t>The project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0" y="1418139"/>
            <a:ext cx="2424363" cy="615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Approach:</a:t>
            </a:r>
          </a:p>
        </p:txBody>
      </p:sp>
      <p:sp>
        <p:nvSpPr>
          <p:cNvPr id="6" name="Rectangle 5"/>
          <p:cNvSpPr/>
          <p:nvPr/>
        </p:nvSpPr>
        <p:spPr>
          <a:xfrm>
            <a:off x="2827421" y="2249906"/>
            <a:ext cx="7664116" cy="3814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3284594" y="3254534"/>
            <a:ext cx="830179" cy="806116"/>
          </a:xfrm>
          <a:prstGeom prst="round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 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2131" y="3218438"/>
            <a:ext cx="1467852" cy="878306"/>
          </a:xfrm>
          <a:prstGeom prst="round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DOS protector</a:t>
            </a:r>
          </a:p>
        </p:txBody>
      </p:sp>
      <p:cxnSp>
        <p:nvCxnSpPr>
          <p:cNvPr id="11" name="Straight Arrow Connector 10"/>
          <p:cNvCxnSpPr>
            <a:stCxn id="8" idx="3"/>
            <a:endCxn id="9" idx="1"/>
          </p:cNvCxnSpPr>
          <p:nvPr/>
        </p:nvCxnSpPr>
        <p:spPr>
          <a:xfrm flipV="1">
            <a:off x="4114773" y="3657591"/>
            <a:ext cx="517358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45156" y="3194374"/>
            <a:ext cx="1419726" cy="932448"/>
          </a:xfrm>
          <a:prstGeom prst="roundRect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Load-Balancer</a:t>
            </a:r>
          </a:p>
        </p:txBody>
      </p:sp>
      <p:cxnSp>
        <p:nvCxnSpPr>
          <p:cNvPr id="16" name="Straight Arrow Connector 15"/>
          <p:cNvCxnSpPr>
            <a:stCxn id="9" idx="3"/>
            <a:endCxn id="14" idx="1"/>
          </p:cNvCxnSpPr>
          <p:nvPr/>
        </p:nvCxnSpPr>
        <p:spPr>
          <a:xfrm>
            <a:off x="6099983" y="3657591"/>
            <a:ext cx="445173" cy="3007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446160" y="3368830"/>
            <a:ext cx="1780681" cy="589548"/>
          </a:xfrm>
          <a:prstGeom prst="round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Applications</a:t>
            </a:r>
          </a:p>
        </p:txBody>
      </p:sp>
      <p:cxnSp>
        <p:nvCxnSpPr>
          <p:cNvPr id="20" name="Straight Arrow Connector 19"/>
          <p:cNvCxnSpPr>
            <a:stCxn id="14" idx="3"/>
            <a:endCxn id="18" idx="1"/>
          </p:cNvCxnSpPr>
          <p:nvPr/>
        </p:nvCxnSpPr>
        <p:spPr>
          <a:xfrm>
            <a:off x="7964882" y="3660598"/>
            <a:ext cx="481278" cy="3006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293869" y="4764493"/>
            <a:ext cx="2057400" cy="697832"/>
          </a:xfrm>
          <a:prstGeom prst="roundRect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interfaces</a:t>
            </a:r>
          </a:p>
        </p:txBody>
      </p:sp>
      <p:cxnSp>
        <p:nvCxnSpPr>
          <p:cNvPr id="29" name="Elbow Connector 28"/>
          <p:cNvCxnSpPr/>
          <p:nvPr/>
        </p:nvCxnSpPr>
        <p:spPr>
          <a:xfrm rot="16200000" flipV="1">
            <a:off x="5510439" y="3964395"/>
            <a:ext cx="667749" cy="956512"/>
          </a:xfrm>
          <a:prstGeom prst="bentConnector3">
            <a:avLst>
              <a:gd name="adj1" fmla="val 55405"/>
            </a:avLst>
          </a:prstGeom>
          <a:ln>
            <a:headEnd type="arrow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/>
          <p:cNvCxnSpPr>
            <a:stCxn id="27" idx="0"/>
            <a:endCxn id="14" idx="2"/>
          </p:cNvCxnSpPr>
          <p:nvPr/>
        </p:nvCxnSpPr>
        <p:spPr>
          <a:xfrm rot="5400000" flipH="1" flipV="1">
            <a:off x="6469959" y="3979433"/>
            <a:ext cx="637671" cy="932450"/>
          </a:xfrm>
          <a:prstGeom prst="bentConnector3">
            <a:avLst>
              <a:gd name="adj1" fmla="val 55661"/>
            </a:avLst>
          </a:prstGeom>
          <a:ln>
            <a:headEnd type="arrow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020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9106" y="851208"/>
            <a:ext cx="8911687" cy="701842"/>
          </a:xfrm>
        </p:spPr>
        <p:txBody>
          <a:bodyPr/>
          <a:lstStyle/>
          <a:p>
            <a:pPr algn="ctr"/>
            <a:r>
              <a:rPr lang="en-US" b="1" dirty="0"/>
              <a:t>Project Management </a:t>
            </a:r>
            <a:endParaRPr lang="en-US" dirty="0"/>
          </a:p>
        </p:txBody>
      </p:sp>
      <p:pic>
        <p:nvPicPr>
          <p:cNvPr id="5" name="Picture 4" descr="Screen Clippi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5795" y="1553050"/>
            <a:ext cx="8768575" cy="447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558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484640" y="2621352"/>
            <a:ext cx="8911687" cy="1280890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187589633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isp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137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Century Gothic</vt:lpstr>
      <vt:lpstr>Times New Roman</vt:lpstr>
      <vt:lpstr>Wingdings 3</vt:lpstr>
      <vt:lpstr>Wisp</vt:lpstr>
      <vt:lpstr>COS 301 Dark nites Defendr</vt:lpstr>
      <vt:lpstr>The team</vt:lpstr>
      <vt:lpstr>The project</vt:lpstr>
      <vt:lpstr>The project</vt:lpstr>
      <vt:lpstr>Project Management </vt:lpstr>
      <vt:lpstr>Live 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 301 Ocean Team Authentication</dc:title>
  <dc:creator>Umbram</dc:creator>
  <cp:lastModifiedBy>Mr. MI Carrim</cp:lastModifiedBy>
  <cp:revision>25</cp:revision>
  <dcterms:created xsi:type="dcterms:W3CDTF">2019-03-14T18:52:13Z</dcterms:created>
  <dcterms:modified xsi:type="dcterms:W3CDTF">2019-05-02T15:01:56Z</dcterms:modified>
</cp:coreProperties>
</file>